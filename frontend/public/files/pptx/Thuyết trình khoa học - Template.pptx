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7"/>
    <p:restoredTop sz="94684"/>
  </p:normalViewPr>
  <p:slideViewPr>
    <p:cSldViewPr snapToGrid="0">
      <p:cViewPr varScale="1">
        <p:scale>
          <a:sx n="96" d="100"/>
          <a:sy n="96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5A3E-D451-111C-88E2-547BFD270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40646-125A-BF9B-106D-534AC70AC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50FA9-AB28-9D23-A917-A7447EA2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E9AF8-EF68-CA7A-5333-01811494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2A47-144C-9F83-1CF3-F54562E2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6679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8485-42C6-7613-FC1C-B2876AF6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26D1-C5AC-B1C6-BC04-2374369DC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68865-764F-80CA-D286-DE70601D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EDBE5-A566-A858-80B2-E3C7117E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CB24-4B47-A8FC-D656-B55ABD3D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3945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DAE6-2E03-C220-24DE-91EF7EF4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DD78B-193C-0F78-2D62-B55B960F6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E9294-E1DC-8274-70DF-331DB853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BB803-559B-4644-277F-54E5A93E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1BC7C-1501-F1EA-0500-B4C3D602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139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8286-3C2E-33D9-A3A1-AD954AFF5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BB0-96E9-1C27-67D9-8AFDE9D0E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E65FD-E0CF-CD8E-177F-DFE41580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5BA64-5DEA-6823-99C3-4C4DB6F3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05D59-13BD-1D87-A2DA-B7622F23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BBE6A-7C6F-9EB1-4EAC-8F0873A4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6421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6F4B-41B9-EE80-0412-32D8E2BE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C6D07-9B01-0211-CAE0-6C4C5D3D3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C9EF7-9092-F6A4-72D7-94753E3D9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28D4F-3615-1CF2-63CE-7A2F731E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D25BA-B87F-3840-6810-B7FF0532E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82446-B97F-5673-2D99-0861B4D3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D3F94-D7DF-D0D7-27FA-167A0A73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0E894-6E31-A5AA-716C-7C3026A4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3984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0EA3-BF63-7159-DAC8-532BD374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9261D-44B2-566B-4C66-E1E43604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1ECB2-4CB9-311F-6061-E8E62574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65F67-531D-34AD-807A-4FB9FDF4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1844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8CBD9-5C5B-5BAF-1038-FF0750F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FA0F4-0D1F-DCF1-4007-30E1BE95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57770-2303-BA4B-7FEB-734B7BC8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3814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31DA-A4CA-942D-34AA-ECF1A68D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6B33-6756-2D08-B06E-88CEA8A12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B353D-8725-4CEC-EDA6-539251361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07706-BDD6-3C31-C622-738D3D43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E96A6-2E37-4EBE-4B64-394839E7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46D2E-BD21-C3F7-AAB9-615801E4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6434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C265-C082-BA2D-9D97-6A28E280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1681A-C00F-E411-5527-2C6CEB4B1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B410A-4B3E-F89D-AECC-8B82DB6D2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F4D46-B200-74C1-8EC5-3C67968E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8EF57-E283-BD77-1D8D-13EBC5B7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7F7A2-8552-B804-270C-76ED7B4E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918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87EB-7A75-1A1E-8CAF-D49D3108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43EDE-7700-EC20-80EF-C86BB971A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C1E52-7231-B30F-8EE0-DAC37B74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C6111-3EF2-5A19-58F0-A3946110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3663D-7340-EAF3-F7B4-CB2B6E41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301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B3A0AA-7D46-0F76-6759-B0618F818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FE131-30F2-5D6B-7249-A09E0620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B07B3-C137-EA90-F902-281035B0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F027-D60B-9FBD-0D08-1FFEE4E0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73A5C-981A-0631-ED2C-16C25CBB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9629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388E4-E7CD-5598-7808-5BC5B2CB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40EED-ADFA-4923-A442-E31346826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0913-7811-AE23-B8DA-AD51FCC2C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4703A-3430-4E45-BFA3-C6386A3BBA21}" type="datetimeFigureOut">
              <a:rPr lang="en-VN" smtClean="0"/>
              <a:t>6/12/25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42BE-D41B-5562-10FD-43E6866DF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ADF9-5C19-9565-E6FA-8F8854334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BC893-8ACA-F64C-9C33-3498951B288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0182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4C1D-C6AD-F7D0-4A7B-02DEF369E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0299A-86D6-3EDB-EA07-D32B9469F7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29691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Trường Ngô Quang</dc:creator>
  <cp:lastModifiedBy>Trường Ngô Quang</cp:lastModifiedBy>
  <cp:revision>1</cp:revision>
  <dcterms:created xsi:type="dcterms:W3CDTF">2025-12-06T10:17:37Z</dcterms:created>
  <dcterms:modified xsi:type="dcterms:W3CDTF">2025-12-06T10:17:46Z</dcterms:modified>
</cp:coreProperties>
</file>